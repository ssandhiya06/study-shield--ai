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0698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StudyShield AI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 your workflow. Lock down your security.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productivity companion that protects students and professionals while it organizes their day.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Level Up Your Life  |  H2S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tools and security tools live in separate apps — and that gap costs people time, focus, and safety.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685800" cy="68580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6197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Overload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professionals juggle tasks across apps with no smart prioritization, causing burnout and missed deadlines.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423160"/>
            <a:ext cx="685800" cy="68580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2" y="26197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Phishing Attacks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7947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offers, scholarship scams, and phishing links target students and remote workers daily — most go unnoticed.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21031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423160"/>
            <a:ext cx="685800" cy="68580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092" y="26197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Awareness Layer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49640" y="37947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productivity apps (To-Do, Notion, TickTick) have no built-in security check before users click a link or share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StudyShield AI merges two things people never thought to combine: smart productivity and built-in cyber-safety.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0F3D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Productivity Engine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sorts tasks by urgency + importance automatically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daily plan generated from your task list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Focus-session suggestions based on workload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both class schedules and work sprints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9659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0F3D4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86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Security Shield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583680" y="288036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links pasted into tasks for phishing signals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suspicious job offers &amp; scholarship emails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Secure-coding tips surface for student devs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"digital hygiene" score &amp; nudge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3383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adds tasks/links via chat-style input, just like texting a friend.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2423160"/>
            <a:ext cx="1874520" cy="0"/>
          </a:xfrm>
          <a:prstGeom prst="line">
            <a:avLst/>
          </a:prstGeom>
          <a:noFill/>
          <a:ln w="25400">
            <a:solidFill>
              <a:srgbClr val="BFE3D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0040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2608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3383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engine ranks tasks and scans any links for risk in real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77640" y="2423160"/>
            <a:ext cx="1874520" cy="0"/>
          </a:xfrm>
          <a:prstGeom prst="line">
            <a:avLst/>
          </a:prstGeom>
          <a:noFill/>
          <a:ln w="25400">
            <a:solidFill>
              <a:srgbClr val="BFE3D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85216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Plan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3383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prioritized, time-boxed plan appears — safe links marked, risky ones flagged.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2423160"/>
            <a:ext cx="1874520" cy="0"/>
          </a:xfrm>
          <a:prstGeom prst="line">
            <a:avLst/>
          </a:prstGeom>
          <a:noFill/>
          <a:ln w="25400">
            <a:solidFill>
              <a:srgbClr val="BFE3D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0" y="3383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streaks, focus score, and security score build long-term habits.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3F4F2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577840"/>
            <a:ext cx="502920" cy="502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54480" y="534924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mobile-first — fully usable from a phone browser, no installs, no laptop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StudyShield Wins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productivity apps optimize your time. None of them protect you while doing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Apps (Notion, TickTick…)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9659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tasks — zero security awareness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71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 (Antivirus, Scanners…)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29718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threats — zero help with daily workflow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4340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40690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StudyShield AI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43600" y="406908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AND protects — in one daily flow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Cybersecurity Intern — not a generic productivity team.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897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CodeAlpha internship work — phishing detection &amp; secure coding review — is the engine behind the security layer.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mobile-friendly, and fast to build within a hackathon timeline.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4963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for task triage, prioritization &amp; natural-language input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20116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4820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4963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37947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— single-page, mobile-first, no install needed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20116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63740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32" y="24963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09360" y="37947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phishing/link checks adapted from CodeAlpha internship work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15400" y="20116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52660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252" y="24963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98280" y="37947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key-value storage for tasks, streaks &amp; scores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— what judges will see in 60 seconds.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1947672"/>
            <a:ext cx="10149840" cy="731520"/>
          </a:xfrm>
          <a:prstGeom prst="roundRect">
            <a:avLst>
              <a:gd name="adj" fmla="val 12500"/>
            </a:avLst>
          </a:prstGeom>
          <a:solidFill>
            <a:srgbClr val="0F3D45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94767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types: "Finish DBMS assignment, reply to internship email, check this scholarship link"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80160" y="2999232"/>
            <a:ext cx="10149840" cy="731520"/>
          </a:xfrm>
          <a:prstGeom prst="roundRect">
            <a:avLst>
              <a:gd name="adj" fmla="val 12500"/>
            </a:avLst>
          </a:prstGeom>
          <a:solidFill>
            <a:srgbClr val="0F3D45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99923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instantly ranks: assignment = urgent, email = important, link = flagged for review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80160" y="4050792"/>
            <a:ext cx="10149840" cy="731520"/>
          </a:xfrm>
          <a:prstGeom prst="roundRect">
            <a:avLst>
              <a:gd name="adj" fmla="val 12500"/>
            </a:avLst>
          </a:prstGeom>
          <a:solidFill>
            <a:srgbClr val="0F3D45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4050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link shows a clear warning with the specific risk signal detected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80160" y="5102352"/>
            <a:ext cx="10149840" cy="731520"/>
          </a:xfrm>
          <a:prstGeom prst="roundRect">
            <a:avLst>
              <a:gd name="adj" fmla="val 12500"/>
            </a:avLst>
          </a:prstGeom>
          <a:solidFill>
            <a:srgbClr val="0F3D45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510235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today's plan + a rising weekly "Security Score"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914400"/>
            <a:ext cx="4572000" cy="4572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Levelling Up, Safely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helps and what's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9631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top of assignments while dodging fake internship &amp; scholarship scams.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210312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377440"/>
            <a:ext cx="502920" cy="50292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49631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00800" y="3337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work day while staying alert to phishing in a remote-work world.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10698480" cy="2011680"/>
          </a:xfrm>
          <a:prstGeom prst="roundRect">
            <a:avLst>
              <a:gd name="adj" fmla="val 5455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100584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05840" y="484632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Gmail/Outlook for real inbox scanning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mode for group projects &amp; shared task safety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for real-time link protection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40080" y="6400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StudyShield AI | H2S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StudyShield AI</dc:title>
  <dc:subject>PptxGenJS Presentation</dc:subject>
  <dc:creator>StudyShield AI</dc:creator>
  <cp:lastModifiedBy>StudyShield AI</cp:lastModifiedBy>
  <cp:revision>1</cp:revision>
  <dcterms:created xsi:type="dcterms:W3CDTF">2026-06-22T08:06:21Z</dcterms:created>
  <dcterms:modified xsi:type="dcterms:W3CDTF">2026-06-22T08:06:21Z</dcterms:modified>
</cp:coreProperties>
</file>